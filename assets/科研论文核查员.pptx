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54864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FD0E8"/>
                </a:solidFill>
                <a:latin typeface="PingFang SC"/>
                <a:ea typeface="PingFang SC"/>
              </a:rPr>
              <a:t>SciencePal · AI4Science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</a:rPr>
              <a:t>科研论文核查员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9FB6D6"/>
                </a:solidFill>
                <a:latin typeface="PingFang SC"/>
                <a:ea typeface="PingFang SC"/>
              </a:rPr>
              <a:t>Paper Reference 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4241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ingFang SC"/>
                <a:ea typeface="PingFang SC"/>
              </a:rPr>
              <a:t>在 SciencePal 沙箱里逐条联网核验参考文献，用可追溯证据替代“凭记忆猜测”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DOI 真伪核验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题录逐字段比对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撤稿识别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方法学沙箱复算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AEC2DE"/>
                </a:solidFill>
                <a:latin typeface="PingFang SC"/>
                <a:ea typeface="PingFang SC"/>
              </a:rPr>
              <a:t>主办：香港城市大学 HKAI-Sci    |    参赛：邹亮明 · 邹晶晶    |    提交截止：2026-10-31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问题：模型凭记忆无法可靠识别引用幻觉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这不是小概率问题，而是科研可信度的系统性风险；右侧为我们 48 条金标准的实测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3246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6B"/>
                </a:solidFill>
                <a:latin typeface="PingFang SC"/>
                <a:ea typeface="PingFang SC"/>
              </a:rPr>
              <a:t>为什么需要外部证据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1993392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编造 DOI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大模型“编造”参考文献，DOI 格式逼真，肉眼难辨。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670048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78608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题录错配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真实 DOI 配错作者、年份、期刊或卷期页，张冠李戴。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3346704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55264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撤稿未披露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被撤稿论文仍被当作正常文献引用，污染证据链。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023360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人工成本高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逐条查库、核对、查撤稿极耗时，审稿难规模化。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3492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53619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6B"/>
                </a:solidFill>
                <a:latin typeface="PingFang SC"/>
                <a:ea typeface="PingFang SC"/>
              </a:rPr>
              <a:t>实测：纯模型只能猜“格式规律”（48 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65960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0.62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93391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幻觉 DOI 检测 F1 仅 0.62，误报 8 次、漏报 3 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752344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8 次误报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779775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用臆想的“期刊 DOI 格式规则”冤枉真实文献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38727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3 次漏报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3566159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漏掉的恰是格式最规范、最危险的伪造 DOI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297680"/>
            <a:ext cx="4800600" cy="310896"/>
          </a:xfrm>
          <a:prstGeom prst="roundRect">
            <a:avLst>
              <a:gd name="adj" fmla="val 8000"/>
            </a:avLst>
          </a:prstGeom>
          <a:solidFill>
            <a:srgbClr val="F7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297680"/>
            <a:ext cx="45720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PingFang SC"/>
                <a:ea typeface="PingFang SC"/>
              </a:rPr>
              <a:t>结论：没有外部证据，模型无法可靠区分“真”与“逼真”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28032"/>
            <a:ext cx="1110996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B3A6B"/>
                </a:solidFill>
                <a:latin typeface="PingFang SC"/>
                <a:ea typeface="PingFang SC"/>
              </a:rPr>
              <a:t>问题的量级（公开文献，非自测）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&gt; 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受访研究者曾尝试却无法复现他人的实验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Nature 2016  reproducibility survey, n=1576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1 万+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2023 年撤稿论文数创历史纪录，撤稿库累计约 5.5 万条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Nature 2023；Retraction Watch / Crossref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7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47887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18%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7887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GPT-4 生成的引用为编造，另有 24% 真实引用有实质错误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7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Sci Rep 2023;13:14045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方案：三层核查 + 证据留痕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创新点是工作流与工程约束，而不是更大的模型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575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75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参考文献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75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整批引用一次提交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03383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6263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6263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① DOI 真伪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263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Crossref 实时请求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HTTP 200 / 404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13895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6775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6775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② 题录比对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6775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年份/作者/标题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期刊/卷期页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4407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③ 撤稿识别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标题 RETRACTED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撤稿通知关联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34919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7799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7799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④ 方法学复算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7799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沙箱真实执行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scipy 统计检验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45431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831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831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结构化报告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831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结论 + 证据 URL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+ 机器可读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设计原则一 · 强制取证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每条引用必须联网查询 Crossref，禁止凭记忆作答；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HTTP 状态、来源 URL、沙箱复算脚本全部留痕，可逐条复核。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设计原则二 · 人机协同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不确定即标记 suspect 并交人工复核，不武断下结论；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定位为审稿 / 作者自检助手，不替代同行评议。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两个主结果：联网是能力闸门，流程固化确定性护栏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48 条独立测试集；三方对照（离线 / 普通联网 / 专家工作流），SSE 审计确认公平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074920" cy="329184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074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PingFang SC"/>
                <a:ea typeface="PingFang SC"/>
              </a:rPr>
              <a:t>主结果① 能力闸门：一联网，F1 0.62→1.0、误报 23→0</a:t>
            </a:r>
          </a:p>
        </p:txBody>
      </p:sp>
      <p:pic>
        <p:nvPicPr>
          <p:cNvPr id="9" name="Picture 8" descr="ppt_f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4983480" cy="32678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06440" y="1463040"/>
            <a:ext cx="5897880" cy="329184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463040"/>
            <a:ext cx="58978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PingFang SC"/>
                <a:ea typeface="PingFang SC"/>
              </a:rPr>
              <a:t>主结果② 确定性护栏：专家流程相对普通 Agent 的真实增益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901952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06440" y="1901952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993392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平均工具调用 / 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2359152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路径更短、token 更省（7 轮均值）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020824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75104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8.3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386584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340864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12.4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2834640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6440" y="2834640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16752" y="2926080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违禁写入长期记忆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6752" y="3291840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普通 Agent 被禁仍调用 save_memory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953512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907792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0 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3319272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73552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1 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6440" y="3767328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06440" y="3767328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6752" y="3858768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最终 JSON 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6752" y="4224528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固定 schema，无人值守可稳定解析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3886200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840480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末轮固定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4251960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206240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1 次错位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4700016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06440" y="4700016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16752" y="4791456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检查覆盖与留痕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6752" y="5157216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每步留 HTTP 状态、来源与复算脚本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818888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773168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强制全检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5184648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5138928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临场发挥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760720"/>
            <a:ext cx="11201400" cy="932688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815584"/>
            <a:ext cx="108813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如何读这两个结果：诚实、不设弱对手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89904"/>
            <a:ext cx="108813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A1B1C"/>
                </a:solidFill>
                <a:latin typeface="PingFang SC"/>
                <a:ea typeface="PingFang SC"/>
              </a:rPr>
              <a:t>· H1 成立：联网是硬闸门，F1 0.62→1.0、误报 23→0；H2 阴性：强模型上专家流程不额外提高 F1，不宣称更准。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A1B1C"/>
                </a:solidFill>
                <a:latin typeface="PingFang SC"/>
                <a:ea typeface="PingFang SC"/>
              </a:rPr>
              <a:t>· 专家流程价值在无人值守规模化时的确定性、效率与可审计；撤稿、统计复算、2026 冷门撤稿限定任务同输入对照均判对。局限：仅单模型、n=48（Wilson 下界 0.926）、弱模型增益待验。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真实可复现：打开公开链接即见全过程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免登录只读回放，完整保留沙箱执行轨迹与最终报告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主演示 · 一屏四态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4 条引用分别命中：真实放行 / 404 篡改 DOI / 年份错配 / STAP 撤稿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sciencepal.ai/share/ee4068d7…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A · 撤稿识别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识别被当正常引用的 STAP 论文，定位官方撤稿通知 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sciencepal.ai/share/f6f8746c…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B · 统计复算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沙箱 scipy 复算发现 p 值与数据矛盾：报告 0.03/0.04，实算 0.206/0.138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sciencepal.ai/share/8de1f3cc…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随附可复现材料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代码仓库：评测集生成 / 跑批 / 评分 / 审计全脚本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一键复现：run_batch + run_naive → export → audit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三方对照技术报告、逐条结果、12 run SSE 审计、Layer-2 案例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原创性与资源使用声明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未来工作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接入 Retraction Watch / Crossref Event Data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整稿批量审稿与投稿前自检插件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扩展多学科统计 / 图表复算与图像查伪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引用可信度评分与期刊工作流集成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