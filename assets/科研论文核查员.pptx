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参赛：邹亮明 · 邹晶晶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问题：模型凭记忆无法可靠识别引用幻觉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这不是小概率问题，而是科研可信度的系统性风险；右侧为我们 48 条金标准的实测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3246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大模型“编造”参考文献，DOI 格式逼真，肉眼难辨。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70048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78608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3346704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55264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02336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逐条查库、核对、查撤稿极耗时，审稿难规模化。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3492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53619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实测：纯模型只能猜“格式规律”（48 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65960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93391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幻觉 DOI 检测 F1 仅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752344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779775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7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3566159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297680"/>
            <a:ext cx="4800600" cy="310896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297680"/>
            <a:ext cx="45720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28032"/>
            <a:ext cx="1110996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B3A6B"/>
                </a:solidFill>
                <a:latin typeface="PingFang SC"/>
                <a:ea typeface="PingFang SC"/>
              </a:rPr>
              <a:t>问题的量级（公开文献，非自测）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&gt; 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受访研究者曾尝试却无法复现他人的实验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2016  reproducibility survey, n=1576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 万+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2023 年撤稿论文数创历史纪录，撤稿库累计约 5.5 万条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2023；Retraction Watch / Crossref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7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7887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7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GPT-4 生成的引用为编造，另有 24% 真实引用有实质错误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7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Sci Rep 2023;13:14045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907024"/>
            <a:ext cx="11201400" cy="53035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943600"/>
            <a:ext cx="108813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1B3A6B"/>
                </a:solidFill>
                <a:latin typeface="PingFang SC"/>
                <a:ea typeface="PingFang SC"/>
              </a:rPr>
              <a:t>SciencePal 的作用：提供 Agent 运行环境、可联网沙箱与工具编排，并保留可回放的运行记录；核查的每一次取证都在平台内真实执行，不是用它写文案或做 PPT。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两个主结果：联网是能力闸门，代码级 guardrail 保证交付可解析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48 条三方对照 + 6 例注入干预前后对照；回溯审计 35 个 run：专家 5/5、普通联网 2/4、离线 0/7 合规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074920" cy="329184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074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主结果① 能力闸门：一联网，F1 0.62→1.0、误报 23→0</a:t>
            </a:r>
          </a:p>
        </p:txBody>
      </p:sp>
      <p:pic>
        <p:nvPicPr>
          <p:cNvPr id="9" name="Picture 8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4983480" cy="32678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06440" y="1463040"/>
            <a:ext cx="5897880" cy="329184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463040"/>
            <a:ext cx="58978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主结果② 代码级 guardrail：同一 Agent 加 / 不加，交付可用 6/6 vs 4/6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01952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06440" y="1901952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993392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交付可用率（6 例注入）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359152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可解析且结构/覆盖/证据/自洽四类校验全过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02082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7510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6/6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8658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4086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4/6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2834640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2834640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16752" y="2926080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契约违规（注入）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6752" y="3291840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漏条目、改 schema 各 1 例，F1 直接归零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95351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90779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0 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31927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7355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2 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767328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06440" y="3767328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6752" y="3858768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运行时拦截 / 自动修复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4224528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save_memory 一出现即 stop 并纠正续跑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388620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84048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1 /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425196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20624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0 / 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4700016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06440" y="4700016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6752" y="4791456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校验器检测力（故障注入）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6752" y="5157216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6 类失败模式 × 3 来源，同一套代码判定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81888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7316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18/18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18464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13892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无此机制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32704"/>
            <a:ext cx="11201400" cy="115214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678424"/>
            <a:ext cx="10881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  <a:latin typeface="PingFang SC"/>
                <a:ea typeface="PingFang SC"/>
              </a:rPr>
              <a:t>如何读这两个结果：诚实、不设弱对手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943600"/>
            <a:ext cx="109270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A1B1C"/>
                </a:solidFill>
                <a:latin typeface="PingFang SC"/>
                <a:ea typeface="PingFang SC"/>
              </a:rPr>
              <a:t>· H1 成立：联网是硬闸门，F1 0.62→1.0、误报 23→0；H2 阴性：强模型上专家流程不额外提高 F1，不宣称更准。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A1B1C"/>
                </a:solidFill>
                <a:latin typeface="PingFang SC"/>
                <a:ea typeface="PingFang SC"/>
              </a:rPr>
              <a:t>· 交付契约下沉到代码：平台关不掉记忆工具（9 种写法实测全无效），故拦截在运行时执行；注入实验把不可解析的交付从 2/6 降到 0/6。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B1C"/>
                </a:solidFill>
                <a:latin typeface="PingFang SC"/>
                <a:ea typeface="PingFang SC"/>
              </a:rPr>
              <a:t>· 局限：干净 48 条与 36 条规模上 guardrail 0 次干预、F1 不变；stop 只能中断不能撤销记忆（两组均 1/6）；修复代价 token +82%；注入 n=6 为定性证据。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B1C"/>
                </a:solidFill>
                <a:latin typeface="PingFang SC"/>
                <a:ea typeface="PingFang SC"/>
              </a:rPr>
              <a:t>· 泛化：换 deepseek-v4-pro 复现 4/4、F1 1.000；真实已发表论文的 50 条书目检出 4/4、误报 0。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19856"/>
            <a:ext cx="33375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sciencepal.ai/share/ee4068d7-07e5-4a27-9af7-1f3c50fedcaa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19856"/>
            <a:ext cx="33375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sciencepal.ai/share/f6f8746c-3350-48f1-ac58-d0150e135ac1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沙箱 scipy 复算发现 p 值与数据矛盾：报告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19856"/>
            <a:ext cx="33375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sciencepal.ai/share/8de1f3cc-cde0-41ad-a2b5-b3b9af5a004b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 / 跑批 / 评分 / 审计 / guardrail 全脚本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+ run_naive → export → audit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三方对照报告、逐条结果、SSE 审计、Layer-2 案例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guardrail 协议与故障注入（可用率 6/6 vs 4/6）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